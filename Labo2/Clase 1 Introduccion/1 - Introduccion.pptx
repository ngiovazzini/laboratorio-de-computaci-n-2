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embeddedFontLst>
    <p:embeddedFont>
      <p:font typeface="Saira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h9HsQ7xsBdg3PLeKWDYQCJ2Xlz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Saira-bold.fntdata"/><Relationship Id="rId14" Type="http://schemas.openxmlformats.org/officeDocument/2006/relationships/font" Target="fonts/Saira-regular.fntdata"/><Relationship Id="rId17" Type="http://schemas.openxmlformats.org/officeDocument/2006/relationships/font" Target="fonts/Saira-boldItalic.fntdata"/><Relationship Id="rId16" Type="http://schemas.openxmlformats.org/officeDocument/2006/relationships/font" Target="fonts/Saira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A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bc26c2d954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g2bc26c2d954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bc26c2d954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g2bc26c2d954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f2babb2385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g1f2babb2385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f2babb2385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g1f2babb2385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bc26c2d954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g2bc26c2d954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f2bd81af7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g1f2bd81af7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2.png"/><Relationship Id="rId5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2.png"/><Relationship Id="rId5" Type="http://schemas.openxmlformats.org/officeDocument/2006/relationships/image" Target="../media/image8.jpg"/><Relationship Id="rId6" Type="http://schemas.openxmlformats.org/officeDocument/2006/relationships/hyperlink" Target="mailto:iwaldman@unsam.edu.ar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2.png"/><Relationship Id="rId5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11.png"/><Relationship Id="rId5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207126" y="737338"/>
            <a:ext cx="8367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b="0" i="0" lang="es-AR" sz="42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Laboratorio de computación II</a:t>
            </a:r>
            <a:endParaRPr b="0" i="0" sz="6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 b="30673" l="23551" r="22738" t="29909"/>
          <a:stretch/>
        </p:blipFill>
        <p:spPr>
          <a:xfrm>
            <a:off x="8791460" y="390327"/>
            <a:ext cx="2959466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>
            <p:ph idx="11" type="ftr"/>
          </p:nvPr>
        </p:nvSpPr>
        <p:spPr>
          <a:xfrm>
            <a:off x="4038600" y="63441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Saira"/>
                <a:ea typeface="Saira"/>
                <a:cs typeface="Saira"/>
                <a:sym typeface="Saira"/>
              </a:rPr>
              <a:t>Laboratorio de programación II  2024</a:t>
            </a:r>
            <a:endParaRPr/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5875" y="2018475"/>
            <a:ext cx="3028250" cy="306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"/>
          <p:cNvPicPr preferRelativeResize="0"/>
          <p:nvPr/>
        </p:nvPicPr>
        <p:blipFill rotWithShape="1">
          <a:blip r:embed="rId5">
            <a:alphaModFix/>
          </a:blip>
          <a:srcRect b="0" l="27394" r="27820" t="0"/>
          <a:stretch/>
        </p:blipFill>
        <p:spPr>
          <a:xfrm>
            <a:off x="1329125" y="1898738"/>
            <a:ext cx="3118376" cy="330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bc26c2d954_0_11"/>
          <p:cNvSpPr txBox="1"/>
          <p:nvPr/>
        </p:nvSpPr>
        <p:spPr>
          <a:xfrm>
            <a:off x="207126" y="737338"/>
            <a:ext cx="8367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b="0" i="0" lang="es-AR" sz="42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Laboratorio de computación II</a:t>
            </a:r>
            <a:endParaRPr b="0" i="0" sz="6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98" name="Google Shape;98;g2bc26c2d954_0_11"/>
          <p:cNvPicPr preferRelativeResize="0"/>
          <p:nvPr/>
        </p:nvPicPr>
        <p:blipFill rotWithShape="1">
          <a:blip r:embed="rId3">
            <a:alphaModFix/>
          </a:blip>
          <a:srcRect b="30673" l="23551" r="22739" t="29909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g2bc26c2d954_0_11"/>
          <p:cNvSpPr txBox="1"/>
          <p:nvPr>
            <p:ph idx="11" type="ftr"/>
          </p:nvPr>
        </p:nvSpPr>
        <p:spPr>
          <a:xfrm>
            <a:off x="4038600" y="63144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/>
          </a:p>
        </p:txBody>
      </p:sp>
      <p:pic>
        <p:nvPicPr>
          <p:cNvPr id="100" name="Google Shape;100;g2bc26c2d954_0_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05239" y="2215460"/>
            <a:ext cx="2016211" cy="2026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g2bc26c2d954_0_11"/>
          <p:cNvPicPr preferRelativeResize="0"/>
          <p:nvPr/>
        </p:nvPicPr>
        <p:blipFill rotWithShape="1">
          <a:blip r:embed="rId5">
            <a:alphaModFix/>
          </a:blip>
          <a:srcRect b="0" l="27394" r="27820" t="0"/>
          <a:stretch/>
        </p:blipFill>
        <p:spPr>
          <a:xfrm>
            <a:off x="7682425" y="2136371"/>
            <a:ext cx="2076216" cy="218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g2bc26c2d954_0_11"/>
          <p:cNvSpPr txBox="1"/>
          <p:nvPr/>
        </p:nvSpPr>
        <p:spPr>
          <a:xfrm>
            <a:off x="561125" y="2294550"/>
            <a:ext cx="69747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AR" sz="28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Plantel docente:</a:t>
            </a:r>
            <a:endParaRPr b="0" i="0" sz="18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AR" sz="28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s-AR" sz="28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Pablo Daniel Bilocopetiuc</a:t>
            </a:r>
            <a:endParaRPr b="0" i="0" sz="18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AR" sz="2800" u="none" cap="none" strike="noStrike">
                <a:solidFill>
                  <a:srgbClr val="0070C0"/>
                </a:solidFill>
                <a:latin typeface="Saira"/>
                <a:ea typeface="Saira"/>
                <a:cs typeface="Saira"/>
                <a:sym typeface="Saira"/>
              </a:rPr>
              <a:t>pbilocopetiuc</a:t>
            </a:r>
            <a:r>
              <a:rPr b="0" i="0" lang="es-AR" sz="2800" u="none" cap="none" strike="noStrike">
                <a:solidFill>
                  <a:srgbClr val="0070C0"/>
                </a:solidFill>
                <a:uFill>
                  <a:noFill/>
                </a:uFill>
                <a:latin typeface="Saira"/>
                <a:ea typeface="Saira"/>
                <a:cs typeface="Saira"/>
                <a:sym typeface="Saira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@</a:t>
            </a:r>
            <a:r>
              <a:rPr b="0" i="0" lang="es-AR" sz="2800" u="none" cap="none" strike="noStrike">
                <a:solidFill>
                  <a:srgbClr val="0070C0"/>
                </a:solidFill>
                <a:latin typeface="Saira"/>
                <a:ea typeface="Saira"/>
                <a:cs typeface="Saira"/>
                <a:sym typeface="Saira"/>
              </a:rPr>
              <a:t>estudiantes.unsam.edu.ar</a:t>
            </a:r>
            <a:endParaRPr b="0" i="0" sz="2800" u="none" cap="none" strike="noStrike">
              <a:solidFill>
                <a:srgbClr val="0070C0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sng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s-AR" sz="28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Maximiliano Ezequiel Loiero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AR" sz="2800" u="none" cap="none" strike="noStrike">
                <a:solidFill>
                  <a:srgbClr val="0070C0"/>
                </a:solidFill>
                <a:latin typeface="Saira"/>
                <a:ea typeface="Saira"/>
                <a:cs typeface="Saira"/>
                <a:sym typeface="Saira"/>
              </a:rPr>
              <a:t>mloiero@estudiantes.unsam.edu.ar</a:t>
            </a:r>
            <a:endParaRPr b="0" i="0" sz="14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bc26c2d954_0_22"/>
          <p:cNvSpPr txBox="1"/>
          <p:nvPr/>
        </p:nvSpPr>
        <p:spPr>
          <a:xfrm>
            <a:off x="207126" y="737338"/>
            <a:ext cx="8367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b="0" i="0" lang="es-AR" sz="42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Laboratorio de </a:t>
            </a: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computación</a:t>
            </a:r>
            <a:r>
              <a:rPr b="0" i="0" lang="es-AR" sz="42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II</a:t>
            </a:r>
            <a:endParaRPr b="0" i="0" sz="6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08" name="Google Shape;108;g2bc26c2d954_0_22"/>
          <p:cNvPicPr preferRelativeResize="0"/>
          <p:nvPr/>
        </p:nvPicPr>
        <p:blipFill rotWithShape="1">
          <a:blip r:embed="rId3">
            <a:alphaModFix/>
          </a:blip>
          <a:srcRect b="30673" l="23551" r="22739" t="29909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g2bc26c2d954_0_22"/>
          <p:cNvSpPr txBox="1"/>
          <p:nvPr>
            <p:ph idx="11" type="ftr"/>
          </p:nvPr>
        </p:nvSpPr>
        <p:spPr>
          <a:xfrm>
            <a:off x="4038600" y="6344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Saira"/>
                <a:ea typeface="Saira"/>
                <a:cs typeface="Saira"/>
                <a:sym typeface="Saira"/>
              </a:rPr>
              <a:t>Laboratorio de </a:t>
            </a:r>
            <a:r>
              <a:rPr lang="es-AR">
                <a:latin typeface="Saira"/>
                <a:ea typeface="Saira"/>
                <a:cs typeface="Saira"/>
                <a:sym typeface="Saira"/>
              </a:rPr>
              <a:t>computación </a:t>
            </a:r>
            <a:r>
              <a:rPr lang="es-AR">
                <a:latin typeface="Saira"/>
                <a:ea typeface="Saira"/>
                <a:cs typeface="Saira"/>
                <a:sym typeface="Saira"/>
              </a:rPr>
              <a:t>II  2024</a:t>
            </a:r>
            <a:endParaRPr/>
          </a:p>
        </p:txBody>
      </p:sp>
      <p:pic>
        <p:nvPicPr>
          <p:cNvPr id="110" name="Google Shape;110;g2bc26c2d954_0_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34714" y="2294560"/>
            <a:ext cx="2016211" cy="2026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g2bc26c2d954_0_22"/>
          <p:cNvPicPr preferRelativeResize="0"/>
          <p:nvPr/>
        </p:nvPicPr>
        <p:blipFill rotWithShape="1">
          <a:blip r:embed="rId5">
            <a:alphaModFix/>
          </a:blip>
          <a:srcRect b="0" l="27394" r="27820" t="0"/>
          <a:stretch/>
        </p:blipFill>
        <p:spPr>
          <a:xfrm>
            <a:off x="6927200" y="2215471"/>
            <a:ext cx="2076216" cy="218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2bc26c2d954_0_22"/>
          <p:cNvSpPr txBox="1"/>
          <p:nvPr/>
        </p:nvSpPr>
        <p:spPr>
          <a:xfrm>
            <a:off x="664150" y="2522850"/>
            <a:ext cx="63780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aira"/>
              <a:buNone/>
            </a:pPr>
            <a:r>
              <a:rPr b="0" i="0" lang="es-AR" sz="32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Cursada:</a:t>
            </a:r>
            <a:endParaRPr b="0" i="0" sz="18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s-AR" sz="32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50% </a:t>
            </a:r>
            <a:r>
              <a:rPr b="0" i="0" lang="es-AR" sz="3200" u="none" cap="none" strike="noStrike">
                <a:solidFill>
                  <a:srgbClr val="0070C0"/>
                </a:solidFill>
                <a:latin typeface="Saira"/>
                <a:ea typeface="Saira"/>
                <a:cs typeface="Saira"/>
                <a:sym typeface="Saira"/>
              </a:rPr>
              <a:t>C</a:t>
            </a:r>
            <a:r>
              <a:rPr b="0" i="0" lang="es-AR" sz="32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- 50% </a:t>
            </a:r>
            <a:r>
              <a:rPr b="0" i="0" lang="es-AR" sz="3200" u="none" cap="none" strike="noStrike">
                <a:solidFill>
                  <a:srgbClr val="F1C232"/>
                </a:solidFill>
                <a:latin typeface="Saira"/>
                <a:ea typeface="Saira"/>
                <a:cs typeface="Saira"/>
                <a:sym typeface="Saira"/>
              </a:rPr>
              <a:t>Python</a:t>
            </a:r>
            <a:r>
              <a:rPr b="0" i="0" lang="es-AR" sz="32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s-AR" sz="32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50% Teoría  - 50% Práctica.</a:t>
            </a:r>
            <a:endParaRPr b="0" i="0" sz="32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aira"/>
              <a:buChar char="•"/>
            </a:pPr>
            <a:r>
              <a:rPr b="0" i="0" lang="es-AR" sz="32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Promoción (</a:t>
            </a:r>
            <a:r>
              <a:rPr b="0" i="0" lang="es-AR" sz="3200" u="none" cap="none" strike="noStrike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Nota final &gt;= 7 </a:t>
            </a:r>
            <a:r>
              <a:rPr b="0" i="0" lang="es-AR" sz="32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)</a:t>
            </a:r>
            <a:endParaRPr b="0" i="0" sz="32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aira"/>
              <a:buChar char="•"/>
            </a:pPr>
            <a:r>
              <a:rPr b="0" i="0" lang="es-AR" sz="32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Modalidad híbrida (Con tendencia a la presencialidad) </a:t>
            </a:r>
            <a:endParaRPr b="0" i="0" sz="32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"/>
          <p:cNvSpPr txBox="1"/>
          <p:nvPr/>
        </p:nvSpPr>
        <p:spPr>
          <a:xfrm>
            <a:off x="514356" y="957263"/>
            <a:ext cx="10844100" cy="50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AutoNum type="arabicPeriod"/>
            </a:pPr>
            <a:r>
              <a:rPr b="0" i="0" lang="es-AR" sz="2600" u="none" cap="none" strike="noStrike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rPr>
              <a:t>Introducción (esta presentación).</a:t>
            </a:r>
            <a:endParaRPr b="0" i="0" sz="26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AutoNum type="arabicPeriod"/>
            </a:pPr>
            <a:r>
              <a:rPr b="0" i="0" lang="es-AR" sz="2600" u="none" cap="none" strike="noStrike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rPr>
              <a:t>Variables, ciclos y control de flujo.</a:t>
            </a:r>
            <a:endParaRPr b="0" i="0" sz="26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-5143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AutoNum type="arabicPeriod"/>
            </a:pPr>
            <a:r>
              <a:rPr lang="es-AR" sz="2600">
                <a:latin typeface="Saira"/>
                <a:ea typeface="Saira"/>
                <a:cs typeface="Saira"/>
                <a:sym typeface="Saira"/>
              </a:rPr>
              <a:t>Punteros.</a:t>
            </a:r>
            <a:endParaRPr sz="2600">
              <a:latin typeface="Saira"/>
              <a:ea typeface="Saira"/>
              <a:cs typeface="Saira"/>
              <a:sym typeface="Saira"/>
            </a:endParaRPr>
          </a:p>
          <a:p>
            <a:pPr indent="-5016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Saira"/>
              <a:buAutoNum type="arabicPeriod"/>
            </a:pPr>
            <a:r>
              <a:rPr lang="es-AR" sz="2600">
                <a:latin typeface="Saira"/>
                <a:ea typeface="Saira"/>
                <a:cs typeface="Saira"/>
                <a:sym typeface="Saira"/>
              </a:rPr>
              <a:t>Vectores.</a:t>
            </a:r>
            <a:endParaRPr sz="2600">
              <a:latin typeface="Saira"/>
              <a:ea typeface="Saira"/>
              <a:cs typeface="Saira"/>
              <a:sym typeface="Saira"/>
            </a:endParaRPr>
          </a:p>
          <a:p>
            <a:pPr indent="-5016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Saira"/>
              <a:buAutoNum type="arabicPeriod"/>
            </a:pPr>
            <a:r>
              <a:rPr lang="es-AR" sz="2600">
                <a:latin typeface="Saira"/>
                <a:ea typeface="Saira"/>
                <a:cs typeface="Saira"/>
                <a:sym typeface="Saira"/>
              </a:rPr>
              <a:t>Matrices.</a:t>
            </a:r>
            <a:endParaRPr sz="2600">
              <a:latin typeface="Saira"/>
              <a:ea typeface="Saira"/>
              <a:cs typeface="Saira"/>
              <a:sym typeface="Saira"/>
            </a:endParaRPr>
          </a:p>
          <a:p>
            <a:pPr indent="-5016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Saira"/>
              <a:buAutoNum type="arabicPeriod"/>
            </a:pPr>
            <a:r>
              <a:rPr lang="es-AR" sz="2600">
                <a:latin typeface="Saira"/>
                <a:ea typeface="Saira"/>
                <a:cs typeface="Saira"/>
                <a:sym typeface="Saira"/>
              </a:rPr>
              <a:t>Funciones.</a:t>
            </a:r>
            <a:endParaRPr sz="2600">
              <a:latin typeface="Saira"/>
              <a:ea typeface="Saira"/>
              <a:cs typeface="Saira"/>
              <a:sym typeface="Saira"/>
            </a:endParaRPr>
          </a:p>
          <a:p>
            <a:pPr indent="-5016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Saira"/>
              <a:buAutoNum type="arabicPeriod"/>
            </a:pPr>
            <a:r>
              <a:rPr lang="es-AR" sz="2600">
                <a:latin typeface="Saira"/>
                <a:ea typeface="Saira"/>
                <a:cs typeface="Saira"/>
                <a:sym typeface="Saira"/>
              </a:rPr>
              <a:t>Ordenamiento.</a:t>
            </a:r>
            <a:endParaRPr sz="2600">
              <a:latin typeface="Saira"/>
              <a:ea typeface="Saira"/>
              <a:cs typeface="Saira"/>
              <a:sym typeface="Saira"/>
            </a:endParaRPr>
          </a:p>
          <a:p>
            <a:pPr indent="-5016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Saira"/>
              <a:buAutoNum type="arabicPeriod"/>
            </a:pPr>
            <a:r>
              <a:rPr lang="es-AR" sz="2600">
                <a:latin typeface="Saira"/>
                <a:ea typeface="Saira"/>
                <a:cs typeface="Saira"/>
                <a:sym typeface="Saira"/>
              </a:rPr>
              <a:t>Archivos.</a:t>
            </a:r>
            <a:endParaRPr sz="2600">
              <a:latin typeface="Saira"/>
              <a:ea typeface="Saira"/>
              <a:cs typeface="Saira"/>
              <a:sym typeface="Saira"/>
            </a:endParaRPr>
          </a:p>
          <a:p>
            <a:pPr indent="-5016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Saira"/>
              <a:buAutoNum type="arabicPeriod"/>
            </a:pPr>
            <a:r>
              <a:rPr lang="es-AR" sz="2600">
                <a:latin typeface="Saira"/>
                <a:ea typeface="Saira"/>
                <a:cs typeface="Saira"/>
                <a:sym typeface="Saira"/>
              </a:rPr>
              <a:t>Estructuras.</a:t>
            </a:r>
            <a:endParaRPr sz="2600">
              <a:latin typeface="Saira"/>
              <a:ea typeface="Saira"/>
              <a:cs typeface="Saira"/>
              <a:sym typeface="Saira"/>
            </a:endParaRPr>
          </a:p>
          <a:p>
            <a:pPr indent="-5016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Saira"/>
              <a:buAutoNum type="arabicPeriod"/>
            </a:pPr>
            <a:r>
              <a:rPr lang="es-AR" sz="2600">
                <a:latin typeface="Saira"/>
                <a:ea typeface="Saira"/>
                <a:cs typeface="Saira"/>
                <a:sym typeface="Saira"/>
              </a:rPr>
              <a:t>Memoria </a:t>
            </a:r>
            <a:r>
              <a:rPr lang="es-AR" sz="2600">
                <a:latin typeface="Saira"/>
                <a:ea typeface="Saira"/>
                <a:cs typeface="Saira"/>
                <a:sym typeface="Saira"/>
              </a:rPr>
              <a:t>Dinámica</a:t>
            </a:r>
            <a:r>
              <a:rPr lang="es-AR" sz="2600">
                <a:latin typeface="Saira"/>
                <a:ea typeface="Saira"/>
                <a:cs typeface="Saira"/>
                <a:sym typeface="Saira"/>
              </a:rPr>
              <a:t>. </a:t>
            </a:r>
            <a:endParaRPr sz="2600">
              <a:latin typeface="Saira"/>
              <a:ea typeface="Saira"/>
              <a:cs typeface="Saira"/>
              <a:sym typeface="Saira"/>
            </a:endParaRPr>
          </a:p>
          <a:p>
            <a:pPr indent="-5016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Saira"/>
              <a:buAutoNum type="arabicPeriod"/>
            </a:pPr>
            <a:r>
              <a:rPr lang="es-AR" sz="2600">
                <a:latin typeface="Saira"/>
                <a:ea typeface="Saira"/>
                <a:cs typeface="Saira"/>
                <a:sym typeface="Saira"/>
              </a:rPr>
              <a:t>Librerías</a:t>
            </a:r>
            <a:r>
              <a:rPr lang="es-AR" sz="2600">
                <a:latin typeface="Saira"/>
                <a:ea typeface="Saira"/>
                <a:cs typeface="Saira"/>
                <a:sym typeface="Saira"/>
              </a:rPr>
              <a:t>.</a:t>
            </a:r>
            <a:r>
              <a:rPr lang="es-AR" sz="2600">
                <a:latin typeface="Saira"/>
                <a:ea typeface="Saira"/>
                <a:cs typeface="Saira"/>
                <a:sym typeface="Saira"/>
              </a:rPr>
              <a:t> </a:t>
            </a:r>
            <a:endParaRPr sz="2600"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18" name="Google Shape;118;p8"/>
          <p:cNvSpPr txBox="1"/>
          <p:nvPr/>
        </p:nvSpPr>
        <p:spPr>
          <a:xfrm>
            <a:off x="514356" y="390327"/>
            <a:ext cx="3033912" cy="707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aira"/>
              <a:buNone/>
            </a:pPr>
            <a:r>
              <a:rPr b="0" i="0" lang="es-AR" sz="40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Contenidos:</a:t>
            </a:r>
            <a:endParaRPr b="0" i="0" sz="18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19" name="Google Shape;119;p8"/>
          <p:cNvPicPr preferRelativeResize="0"/>
          <p:nvPr/>
        </p:nvPicPr>
        <p:blipFill rotWithShape="1">
          <a:blip r:embed="rId3">
            <a:alphaModFix/>
          </a:blip>
          <a:srcRect b="30673" l="23551" r="22738" t="29909"/>
          <a:stretch/>
        </p:blipFill>
        <p:spPr>
          <a:xfrm>
            <a:off x="8791460" y="390327"/>
            <a:ext cx="2959466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Saira"/>
                <a:ea typeface="Saira"/>
                <a:cs typeface="Saira"/>
                <a:sym typeface="Saira"/>
              </a:rPr>
              <a:t>Laboratorio de programación II  2024</a:t>
            </a:r>
            <a:endParaRPr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21" name="Google Shape;121;p8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7098150" y="2203271"/>
            <a:ext cx="2076216" cy="218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f2babb2385_0_4"/>
          <p:cNvSpPr txBox="1"/>
          <p:nvPr/>
        </p:nvSpPr>
        <p:spPr>
          <a:xfrm>
            <a:off x="207126" y="737338"/>
            <a:ext cx="8367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b="0" i="0" lang="es-AR" sz="42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Software de la materia</a:t>
            </a:r>
            <a:endParaRPr b="0" i="0" sz="6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27" name="Google Shape;127;g1f2babb2385_0_4"/>
          <p:cNvPicPr preferRelativeResize="0"/>
          <p:nvPr/>
        </p:nvPicPr>
        <p:blipFill rotWithShape="1">
          <a:blip r:embed="rId3">
            <a:alphaModFix/>
          </a:blip>
          <a:srcRect b="30673" l="23551" r="22739" t="29909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1f2babb2385_0_4"/>
          <p:cNvSpPr txBox="1"/>
          <p:nvPr>
            <p:ph idx="11" type="ftr"/>
          </p:nvPr>
        </p:nvSpPr>
        <p:spPr>
          <a:xfrm>
            <a:off x="4038600" y="630762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Saira"/>
                <a:ea typeface="Saira"/>
                <a:cs typeface="Saira"/>
                <a:sym typeface="Saira"/>
              </a:rPr>
              <a:t>Laboratorio de programación II  2024</a:t>
            </a:r>
            <a:endParaRPr/>
          </a:p>
        </p:txBody>
      </p:sp>
      <p:pic>
        <p:nvPicPr>
          <p:cNvPr id="129" name="Google Shape;129;g1f2babb2385_0_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35200" y="1910577"/>
            <a:ext cx="4952850" cy="247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g1f2babb2385_0_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0025" y="2451303"/>
            <a:ext cx="5205175" cy="22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g1f2babb2385_0_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28688" y="3869449"/>
            <a:ext cx="3565875" cy="237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g1f2babb2385_0_4"/>
          <p:cNvSpPr txBox="1"/>
          <p:nvPr/>
        </p:nvSpPr>
        <p:spPr>
          <a:xfrm>
            <a:off x="2919463" y="1655975"/>
            <a:ext cx="426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AR" sz="28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C</a:t>
            </a:r>
            <a:endParaRPr b="0" i="0" sz="28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33" name="Google Shape;133;g1f2babb2385_0_4"/>
          <p:cNvSpPr txBox="1"/>
          <p:nvPr/>
        </p:nvSpPr>
        <p:spPr>
          <a:xfrm>
            <a:off x="7511288" y="1655975"/>
            <a:ext cx="1400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AR" sz="28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Python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0"/>
          <p:cNvPicPr preferRelativeResize="0"/>
          <p:nvPr/>
        </p:nvPicPr>
        <p:blipFill rotWithShape="1">
          <a:blip r:embed="rId3">
            <a:alphaModFix/>
          </a:blip>
          <a:srcRect b="30673" l="23551" r="22738" t="29909"/>
          <a:stretch/>
        </p:blipFill>
        <p:spPr>
          <a:xfrm>
            <a:off x="8791460" y="390327"/>
            <a:ext cx="2959466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Saira"/>
                <a:ea typeface="Saira"/>
                <a:cs typeface="Saira"/>
                <a:sym typeface="Saira"/>
              </a:rPr>
              <a:t>Laboratorio de programación II  2024</a:t>
            </a:r>
            <a:endParaRPr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40" name="Google Shape;140;p10"/>
          <p:cNvSpPr txBox="1"/>
          <p:nvPr/>
        </p:nvSpPr>
        <p:spPr>
          <a:xfrm>
            <a:off x="502394" y="761060"/>
            <a:ext cx="6041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aira"/>
              <a:buNone/>
            </a:pPr>
            <a:r>
              <a:rPr b="0" i="0" lang="es-AR" sz="40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Cuando usamos C</a:t>
            </a:r>
            <a:endParaRPr b="0" i="0" sz="18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41" name="Google Shape;141;p10"/>
          <p:cNvSpPr txBox="1"/>
          <p:nvPr/>
        </p:nvSpPr>
        <p:spPr>
          <a:xfrm>
            <a:off x="596800" y="2043750"/>
            <a:ext cx="78948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aira"/>
              <a:buChar char="•"/>
            </a:pPr>
            <a:r>
              <a:rPr b="0" i="0" lang="es-AR" sz="28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Rendimiento y eficiencia</a:t>
            </a:r>
            <a:endParaRPr b="0" i="0" sz="28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aira"/>
              <a:buChar char="•"/>
            </a:pPr>
            <a:r>
              <a:rPr b="0" i="0" lang="es-AR" sz="28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Desarrollo de aplicaciones de bajo nivel</a:t>
            </a:r>
            <a:endParaRPr b="0" i="0" sz="28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aira"/>
              <a:buChar char="•"/>
            </a:pPr>
            <a:r>
              <a:rPr b="0" i="0" lang="es-AR" sz="28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Programación de microcontroladores y dispositivos embebidos</a:t>
            </a:r>
            <a:endParaRPr b="0" i="0" sz="28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aira"/>
              <a:buChar char="•"/>
            </a:pPr>
            <a:r>
              <a:rPr b="0" i="0" lang="es-AR" sz="28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Desarrollo de bibliotecas y frameworks</a:t>
            </a:r>
            <a:endParaRPr b="0" i="0" sz="28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aira"/>
              <a:buChar char="•"/>
            </a:pPr>
            <a:r>
              <a:rPr b="0" i="0" lang="es-AR" sz="28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Desarrollo de software de sistemas críticos</a:t>
            </a:r>
            <a:endParaRPr b="0" i="0" sz="28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42" name="Google Shape;142;p10"/>
          <p:cNvPicPr preferRelativeResize="0"/>
          <p:nvPr/>
        </p:nvPicPr>
        <p:blipFill rotWithShape="1">
          <a:blip r:embed="rId4">
            <a:alphaModFix/>
          </a:blip>
          <a:srcRect b="0" l="27394" r="27820" t="0"/>
          <a:stretch/>
        </p:blipFill>
        <p:spPr>
          <a:xfrm>
            <a:off x="8913275" y="2177297"/>
            <a:ext cx="2360300" cy="250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g1f2babb2385_0_24"/>
          <p:cNvPicPr preferRelativeResize="0"/>
          <p:nvPr/>
        </p:nvPicPr>
        <p:blipFill rotWithShape="1">
          <a:blip r:embed="rId3">
            <a:alphaModFix/>
          </a:blip>
          <a:srcRect b="30673" l="23551" r="22739" t="29909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1f2babb2385_0_2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Saira"/>
                <a:ea typeface="Saira"/>
                <a:cs typeface="Saira"/>
                <a:sym typeface="Saira"/>
              </a:rPr>
              <a:t>Laboratorio de programación II  2024</a:t>
            </a:r>
            <a:endParaRPr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49" name="Google Shape;149;g1f2babb2385_0_24"/>
          <p:cNvSpPr txBox="1"/>
          <p:nvPr/>
        </p:nvSpPr>
        <p:spPr>
          <a:xfrm>
            <a:off x="502394" y="761060"/>
            <a:ext cx="6041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aira"/>
              <a:buNone/>
            </a:pPr>
            <a:r>
              <a:rPr b="0" i="0" lang="es-AR" sz="40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Cuando usamos Python</a:t>
            </a:r>
            <a:endParaRPr b="0" i="0" sz="18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50" name="Google Shape;150;g1f2babb2385_0_24"/>
          <p:cNvSpPr txBox="1"/>
          <p:nvPr/>
        </p:nvSpPr>
        <p:spPr>
          <a:xfrm>
            <a:off x="596800" y="2043750"/>
            <a:ext cx="80166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aira"/>
              <a:buChar char="•"/>
            </a:pPr>
            <a:r>
              <a:rPr b="0" i="0" lang="es-AR" sz="28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Desarrollo rápido de prototipos</a:t>
            </a:r>
            <a:endParaRPr b="0" i="0" sz="28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aira"/>
              <a:buChar char="•"/>
            </a:pPr>
            <a:r>
              <a:rPr b="0" i="0" lang="es-AR" sz="28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Desarrollo de aplicaciones web</a:t>
            </a:r>
            <a:endParaRPr b="0" i="0" sz="28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aira"/>
              <a:buChar char="•"/>
            </a:pPr>
            <a:r>
              <a:rPr b="0" i="0" lang="es-AR" sz="28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Análisis de datos y ciencia de datos</a:t>
            </a:r>
            <a:endParaRPr b="0" i="0" sz="28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aira"/>
              <a:buChar char="•"/>
            </a:pPr>
            <a:r>
              <a:rPr b="0" i="0" lang="es-AR" sz="28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Automatización y scripting</a:t>
            </a:r>
            <a:endParaRPr b="0" i="0" sz="28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aira"/>
              <a:buChar char="•"/>
            </a:pPr>
            <a:r>
              <a:rPr b="0" i="0" lang="es-AR" sz="28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Desarrollo de aplicaciones de escritorio y GUI</a:t>
            </a:r>
            <a:endParaRPr b="0" i="0" sz="28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51" name="Google Shape;151;g1f2babb2385_0_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5175" y="2072550"/>
            <a:ext cx="2677776" cy="271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bc26c2d954_0_32"/>
          <p:cNvSpPr txBox="1"/>
          <p:nvPr/>
        </p:nvSpPr>
        <p:spPr>
          <a:xfrm>
            <a:off x="207126" y="737338"/>
            <a:ext cx="8367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b="0" i="0" lang="es-AR" sz="42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Laboratorio de programación II</a:t>
            </a:r>
            <a:endParaRPr b="0" i="0" sz="6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57" name="Google Shape;157;g2bc26c2d954_0_32"/>
          <p:cNvPicPr preferRelativeResize="0"/>
          <p:nvPr/>
        </p:nvPicPr>
        <p:blipFill rotWithShape="1">
          <a:blip r:embed="rId3">
            <a:alphaModFix/>
          </a:blip>
          <a:srcRect b="30673" l="23551" r="22739" t="29909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2bc26c2d954_0_3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Saira"/>
                <a:ea typeface="Saira"/>
                <a:cs typeface="Saira"/>
                <a:sym typeface="Saira"/>
              </a:rPr>
              <a:t>Laboratorio de programación II  2024</a:t>
            </a:r>
            <a:endParaRPr/>
          </a:p>
        </p:txBody>
      </p:sp>
      <p:pic>
        <p:nvPicPr>
          <p:cNvPr id="159" name="Google Shape;159;g2bc26c2d954_0_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8174" y="1743524"/>
            <a:ext cx="7703851" cy="434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g2bc26c2d954_0_32"/>
          <p:cNvPicPr preferRelativeResize="0"/>
          <p:nvPr/>
        </p:nvPicPr>
        <p:blipFill rotWithShape="1">
          <a:blip r:embed="rId5">
            <a:alphaModFix/>
          </a:blip>
          <a:srcRect b="0" l="1758" r="0" t="1709"/>
          <a:stretch/>
        </p:blipFill>
        <p:spPr>
          <a:xfrm>
            <a:off x="8321100" y="1780612"/>
            <a:ext cx="3502925" cy="4271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g1f2bd81af7e_0_0"/>
          <p:cNvPicPr preferRelativeResize="0"/>
          <p:nvPr/>
        </p:nvPicPr>
        <p:blipFill rotWithShape="1">
          <a:blip r:embed="rId3">
            <a:alphaModFix/>
          </a:blip>
          <a:srcRect b="30673" l="23551" r="22739" t="29909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1f2bd81af7e_0_0"/>
          <p:cNvSpPr txBox="1"/>
          <p:nvPr>
            <p:ph idx="11" type="ftr"/>
          </p:nvPr>
        </p:nvSpPr>
        <p:spPr>
          <a:xfrm>
            <a:off x="2475688" y="2421850"/>
            <a:ext cx="6499500" cy="100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 sz="2000">
                <a:latin typeface="Saira"/>
                <a:ea typeface="Saira"/>
                <a:cs typeface="Saira"/>
                <a:sym typeface="Saira"/>
              </a:rPr>
              <a:t>Próxima unidad: Variables, ciclos y control de flujo</a:t>
            </a:r>
            <a:endParaRPr sz="2000"/>
          </a:p>
        </p:txBody>
      </p:sp>
      <p:pic>
        <p:nvPicPr>
          <p:cNvPr id="167" name="Google Shape;167;g1f2bd81af7e_0_0"/>
          <p:cNvPicPr preferRelativeResize="0"/>
          <p:nvPr/>
        </p:nvPicPr>
        <p:blipFill rotWithShape="1">
          <a:blip r:embed="rId4">
            <a:alphaModFix/>
          </a:blip>
          <a:srcRect b="0" l="27394" r="27820" t="0"/>
          <a:stretch/>
        </p:blipFill>
        <p:spPr>
          <a:xfrm>
            <a:off x="4848464" y="3523100"/>
            <a:ext cx="1753976" cy="21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g1f2bd81af7e_0_0"/>
          <p:cNvSpPr txBox="1"/>
          <p:nvPr>
            <p:ph idx="11" type="ftr"/>
          </p:nvPr>
        </p:nvSpPr>
        <p:spPr>
          <a:xfrm>
            <a:off x="4068850" y="6289500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>
                <a:latin typeface="Saira"/>
                <a:ea typeface="Saira"/>
                <a:cs typeface="Saira"/>
                <a:sym typeface="Saira"/>
              </a:rPr>
              <a:t>Laboratorio de programación II  2024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2023-03-05T16:17:03Z</dcterms:created>
  <dc:creator>Carlos Sebastián Pedraza;Ignacio Waldman</dc:creator>
</cp:coreProperties>
</file>